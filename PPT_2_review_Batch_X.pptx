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24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3" r:id="rId13"/>
    <p:sldId id="274" r:id="rId14"/>
    <p:sldId id="275" r:id="rId15"/>
    <p:sldId id="276" r:id="rId16"/>
    <p:sldId id="277" r:id="rId17"/>
    <p:sldId id="278" r:id="rId18"/>
    <p:sldId id="279" r:id="rId19"/>
    <p:sldId id="271" r:id="rId20"/>
    <p:sldId id="280" r:id="rId21"/>
    <p:sldId id="272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80" d="100"/>
          <a:sy n="80" d="100"/>
        </p:scale>
        <p:origin x="773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9418-E959-43B6-9F5C-C3422D2831D9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D8D73-762B-4085-9E22-39E9A853F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04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D8D73-762B-4085-9E22-39E9A853F48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41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D8D73-762B-4085-9E22-39E9A853F48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14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B6ECE-3142-47BB-B3AD-7FE8E787224C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51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AE0C2-9440-4EDE-AFE0-4497B1A08576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72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E6ED-76AB-4708-9F2B-61E387A12F9B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63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C5E3-47AC-42A9-AE3E-9DD652D202DC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24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1C562-8F39-4E13-8EEA-1EFE458DEC45}" type="datetime1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53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6093F-18D6-447F-BC15-B3A5FAC40D09}" type="datetime1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48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6F172-1278-46A5-93EB-482465A0C472}" type="datetime1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89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328D9-E583-4CA2-BBBA-03A3E6220C2D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73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282B-004F-43F3-800C-0CF755378C4B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38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527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99990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9215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540954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6306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DD1CE-FDC8-4115-8C34-3BAB0B03E6CC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144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1CE7-2370-46DC-B5CE-0D2E2E1D314B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83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E3993-3DE7-46F7-8CCA-53121DE818A8}" type="datetime1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AB014BB-16D3-41A5-BB3B-37B1706C89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7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C2C8-EBAE-CC45-0386-CC292DE0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934" y="2313023"/>
            <a:ext cx="9404723" cy="255117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/>
              <a:t>Avatar-Based</a:t>
            </a:r>
            <a:br>
              <a:rPr lang="en-IN" sz="4400" dirty="0"/>
            </a:br>
            <a:r>
              <a:rPr lang="en-IN" sz="4400" dirty="0"/>
              <a:t> AI </a:t>
            </a:r>
            <a:br>
              <a:rPr lang="en-IN" sz="4400" dirty="0"/>
            </a:br>
            <a:r>
              <a:rPr lang="en-IN" sz="4400" dirty="0"/>
              <a:t>Mock Interview System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6563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0C3E5B-28BD-6A10-51A2-BB14975586BB}"/>
              </a:ext>
            </a:extLst>
          </p:cNvPr>
          <p:cNvSpPr txBox="1"/>
          <p:nvPr/>
        </p:nvSpPr>
        <p:spPr>
          <a:xfrm>
            <a:off x="4766564" y="2705700"/>
            <a:ext cx="156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D5A4CE-7EB8-C327-85B6-B7315D49C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741110"/>
              </p:ext>
            </p:extLst>
          </p:nvPr>
        </p:nvGraphicFramePr>
        <p:xfrm>
          <a:off x="2782316" y="3429000"/>
          <a:ext cx="6112256" cy="200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5088">
                  <a:extLst>
                    <a:ext uri="{9D8B030D-6E8A-4147-A177-3AD203B41FA5}">
                      <a16:colId xmlns:a16="http://schemas.microsoft.com/office/drawing/2014/main" val="166154909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1897340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SAI MOHITH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21KA1A0531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89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MAHENDRA KUMAR REDDY</a:t>
                      </a:r>
                    </a:p>
                    <a:p>
                      <a:pPr algn="l"/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22KA5A0503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331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SUMANTH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22KA5A0505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95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PAVAN NAIKK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21KA1A0534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04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22KA5A0511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32757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736979A-C1DA-239B-9350-94DA985E4D4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560" y="276718"/>
            <a:ext cx="1234440" cy="1251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485476-7AEB-6918-6A22-46B9DBDC096F}"/>
              </a:ext>
            </a:extLst>
          </p:cNvPr>
          <p:cNvSpPr txBox="1"/>
          <p:nvPr/>
        </p:nvSpPr>
        <p:spPr>
          <a:xfrm>
            <a:off x="3566160" y="5283200"/>
            <a:ext cx="43799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GB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 guidance of </a:t>
            </a:r>
            <a:r>
              <a:rPr lang="en-GB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ctr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T PRIYANKA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 Tech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Assistant Professor(Ad-hoc)</a:t>
            </a:r>
          </a:p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F3305-7841-F0CC-70C7-441FE3691361}"/>
              </a:ext>
            </a:extLst>
          </p:cNvPr>
          <p:cNvSpPr txBox="1"/>
          <p:nvPr/>
        </p:nvSpPr>
        <p:spPr>
          <a:xfrm>
            <a:off x="2011680" y="1650908"/>
            <a:ext cx="7781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ANANTAPUR COLLEGE OF ENGINEERING KALIKIRI</a:t>
            </a:r>
          </a:p>
          <a:p>
            <a:pPr marL="0" indent="0" algn="ctr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1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15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49C2-499A-31C1-70A1-F75EE79F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223" y="378303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91FB-A891-DBDA-8B68-233530266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090" y="1162050"/>
            <a:ext cx="7827763" cy="508635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Abstract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Existing System</a:t>
            </a:r>
          </a:p>
          <a:p>
            <a:r>
              <a:rPr lang="en-IN" dirty="0"/>
              <a:t>Proposed System</a:t>
            </a:r>
          </a:p>
          <a:p>
            <a:r>
              <a:rPr lang="en-IN" dirty="0"/>
              <a:t>Modules</a:t>
            </a:r>
          </a:p>
          <a:p>
            <a:pPr lvl="1"/>
            <a:r>
              <a:rPr lang="en-IN" dirty="0"/>
              <a:t>Frontend</a:t>
            </a:r>
          </a:p>
          <a:p>
            <a:pPr lvl="1"/>
            <a:r>
              <a:rPr lang="en-IN" dirty="0"/>
              <a:t>Backend</a:t>
            </a:r>
          </a:p>
          <a:p>
            <a:r>
              <a:rPr lang="en-IN" dirty="0"/>
              <a:t>System Requirements</a:t>
            </a:r>
          </a:p>
          <a:p>
            <a:r>
              <a:rPr lang="en-IN" dirty="0"/>
              <a:t>UML diagrams</a:t>
            </a:r>
          </a:p>
          <a:p>
            <a:r>
              <a:rPr lang="en-IN" dirty="0"/>
              <a:t>Output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1597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E3B6-8B65-B7AD-4F94-4A765360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EF7802-70DC-1306-D46A-19000ED43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3148" y="1608849"/>
            <a:ext cx="10585704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project aims to revolutionize interview preparation by offering an immersive and personalized mock interview experience.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Traditional interview preparation tools lack adaptability, contextual understanding, and   realism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them less effective for candidates.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AI Mock Interview Tool leverages LLMs, 3D avatars, and speech recognition to generate context-aware questions and provide real-time feedback, creating a lifelike and effective preparation environment.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1179E-582F-E08A-1E8E-CD0011E8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12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A46A-44ED-2286-61FF-4458DEBD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537B39-2799-2AE0-4BF7-C96D97848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4075" y="1636342"/>
            <a:ext cx="10423849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Mock Interview Tool offers a realistic interview experience through a 3D avatar powered by advanced AI-driven contextual questioning.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speech recognition and natural language processing provide personalized feedback,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helping candidates enhance their communication skills and performance.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customizable role-based structure allows users to select scenarios, adjust difficulty levels, and track progress seamlessly.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79D58-9E52-2F60-FCF4-F32B7624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8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DA7C-5A89-9BF8-627E-1CC40742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461EE4-0E6A-C014-6FAB-A9A16D55F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8785" y="1235864"/>
            <a:ext cx="9851136" cy="4012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is often hindered by a lack of realistic and personalized practice opportunities.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mock interviews are time-consuming, costly, and don't provide scalable or consistent feedback.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 face difficulties in assessing their performance and identifying areas for improvement effectively.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gap in providing personalized feedback to help candidates identify and improve their weaknesses effectively.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6F785-7F5A-60CB-5482-B96538B7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72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A597-F1DD-23DA-06CE-96255A02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D5F4-17C4-8E78-023F-5FD4AF1C1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41438"/>
            <a:ext cx="8946541" cy="419548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 Interviewer: AI-based mock interview generator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personalized, resume/job description-based dialogs, designed to enhance job interview preparation in low-resource environments.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Talking Avatar in VR: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Immersive training system leveraging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Unity, Oculus Quest 2, and Rasa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investigative interviews with realistic child avatars for CPS professionals.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Conversational AI: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systems utilize state-of-the-art NLP techniques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 TTS/STT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pre-trained models to deliver dynamic, context-aware interactions.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Training 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scalable, innovative solutions to traditional training methods, improving user engagement and real-world applicability.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460EB-AA7E-5E62-9503-41A5DE72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85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7366-CC3D-4F55-AC2A-38931121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28"/>
            <a:ext cx="10515600" cy="106889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13E9-CF96-45B4-32BB-F5A181FF2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0"/>
            <a:ext cx="10515600" cy="520578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Avatar: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a 3D avatar with animations to create a realistic interviewer who will respond naturally, simulating a real interview environment.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be a web app built with React and Three.js, making it cost-effective and accessible on any device, without the need for VR technology.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Memory: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will allow the system to track the conversation and ask follow-up questions based on previous answers, making the interview feel more natural.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Management: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there’s any misunderstanding or inappropriate response, the system will end the interview respectfully and inform the user.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Evaluation: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interview, the system will evaluate responses, tone, and confidence, providing a scorecard with feedback on strengths and areas for improvement.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CCBC3-BB31-526D-B5C3-04804783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389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EBBB-BAC2-FBCE-0C17-63B6DEF0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61570"/>
            <a:ext cx="9404723" cy="90184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B06B17-657B-8988-DEC5-5221AF3F9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79" y="1324931"/>
            <a:ext cx="9085006" cy="44210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F656-2D32-F8BD-F8AC-3FDFB317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48865-C9F7-E7AE-65AF-F5A5B7D9C8D6}"/>
              </a:ext>
            </a:extLst>
          </p:cNvPr>
          <p:cNvSpPr txBox="1"/>
          <p:nvPr/>
        </p:nvSpPr>
        <p:spPr>
          <a:xfrm>
            <a:off x="3834580" y="6007509"/>
            <a:ext cx="39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7525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15BD-FA4B-862F-9136-488009F4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17988"/>
            <a:ext cx="9404723" cy="87545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F65D4-FD1C-4231-DC26-1D8D89D0F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35510"/>
            <a:ext cx="8946541" cy="481289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responsible for user interaction, handling input, and displaying AI-driven interview responses.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(PDF), Job Description, Difficulty 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upload these to personalize the interview.</a:t>
            </a: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(Google Web Speech API)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Captures user responses in real time.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user input to the backend for AI processing.</a:t>
            </a: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responses from the AI interviewer.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Player Me Avatar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realistic 3D avatar acts as the AI interviewer.</a:t>
            </a: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conversation history for user verification.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B90AE-653B-BEAA-56CB-0E90E254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38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FB1C-1740-FB3E-B6F0-24A57BE6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22040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B361-CEE5-7374-C16A-7F578FDA8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20405"/>
            <a:ext cx="9404723" cy="5304219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processes user responses using AI, speech recognition, and animation techniques.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 Service: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Web Speech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user speech into text.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(LLM):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 3-70B Versatile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dynamic interview questions and evaluate responses.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 Service: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TTS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AI-generated text into realistic speech.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 Sync &amp; Animation Manager: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Rhubarb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accurate lip-sync for the avatar.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Mixamo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realistic avatar animations.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Avatar (Ready Player Me):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AI interviewer, making the experience immersive.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D5C73-3C38-1086-4460-56CB4B02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80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1804-ED14-EDA8-0FB9-EFEA90F9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695" y="512462"/>
            <a:ext cx="8911687" cy="128089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9A88-62FB-FA9A-4D06-389D5F74D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264" y="1449414"/>
            <a:ext cx="8946541" cy="474107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Hardware Requirements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Processor</a:t>
            </a:r>
            <a:r>
              <a:rPr lang="en-IN" dirty="0"/>
              <a:t>: Intel i5 or higher / AMD Ryzen 5 or higher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RAM</a:t>
            </a:r>
            <a:r>
              <a:rPr lang="en-IN" dirty="0"/>
              <a:t>: Minimum 8 GB (16 GB recommended for smooth operation)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Storage</a:t>
            </a:r>
            <a:r>
              <a:rPr lang="en-IN" dirty="0"/>
              <a:t>: At least 20 GB of free disk space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Camera</a:t>
            </a:r>
            <a:r>
              <a:rPr lang="en-IN" dirty="0"/>
              <a:t>: webcam for facial analysis 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Microphone</a:t>
            </a:r>
            <a:r>
              <a:rPr lang="en-IN" dirty="0"/>
              <a:t>: Integrated or external for voice input</a:t>
            </a:r>
          </a:p>
          <a:p>
            <a:r>
              <a:rPr lang="en-IN" b="1" dirty="0"/>
              <a:t>Software Requirements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Operating System</a:t>
            </a:r>
            <a:r>
              <a:rPr lang="en-IN" dirty="0"/>
              <a:t>: Windows 10 or higher, macOS, or Linux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Programming Environment</a:t>
            </a:r>
            <a:r>
              <a:rPr lang="en-IN" dirty="0"/>
              <a:t>: Python 3.11 or higher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Browser</a:t>
            </a:r>
            <a:r>
              <a:rPr lang="en-IN" dirty="0"/>
              <a:t>: Chrome, Firefox, or Edge (for web-based tools)</a:t>
            </a:r>
          </a:p>
          <a:p>
            <a:r>
              <a:rPr lang="en-IN" b="1" dirty="0"/>
              <a:t>Network Requirements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Stable internet connection (minimum 10 Mbps) for accessing cloud models, updates, or external APIs.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579D1-6D84-3667-75B7-AC46A601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45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17AB-7B55-8BC5-25FF-F06B7B4A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65619"/>
            <a:ext cx="9404723" cy="85497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4F5A-2E5F-246E-322D-06269AAAA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8" y="924232"/>
            <a:ext cx="9624952" cy="5768149"/>
          </a:xfrm>
        </p:spPr>
        <p:txBody>
          <a:bodyPr/>
          <a:lstStyle/>
          <a:p>
            <a:pPr lvl="2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99536-C3DB-4BBB-777A-6C9B9512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13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EFC9A7-42D1-3F41-CD92-98C1A61A6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89" y="1415845"/>
            <a:ext cx="8691717" cy="4208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3CFC85-761D-3B33-E9C0-14D7D3DD04CC}"/>
              </a:ext>
            </a:extLst>
          </p:cNvPr>
          <p:cNvSpPr txBox="1"/>
          <p:nvPr/>
        </p:nvSpPr>
        <p:spPr>
          <a:xfrm>
            <a:off x="3549445" y="5830529"/>
            <a:ext cx="41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2: 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76543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85E8-1620-C4BC-73A7-7680F6B3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0266"/>
            <a:ext cx="9404723" cy="76768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0CC5-CE55-3D44-EDD9-E7A654FC3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77953"/>
            <a:ext cx="9249228" cy="6069781"/>
          </a:xfrm>
        </p:spPr>
        <p:txBody>
          <a:bodyPr/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(Context Level)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 detailed)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642F2-1511-FD18-9638-8957712E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A8002-37AC-1272-B403-11496DFC8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85" y="1260177"/>
            <a:ext cx="7973682" cy="1561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C02783-A7ED-1D14-FB4F-1BBA8A73A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84" y="3733404"/>
            <a:ext cx="7973682" cy="2346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F93908-A267-3F34-8995-D8626626CDE0}"/>
              </a:ext>
            </a:extLst>
          </p:cNvPr>
          <p:cNvSpPr txBox="1"/>
          <p:nvPr/>
        </p:nvSpPr>
        <p:spPr>
          <a:xfrm>
            <a:off x="3613990" y="2836369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3: Data Flow Diagram Level-1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A465A-FBB1-EE80-8A0C-EBC80D1F8EB2}"/>
              </a:ext>
            </a:extLst>
          </p:cNvPr>
          <p:cNvSpPr txBox="1"/>
          <p:nvPr/>
        </p:nvSpPr>
        <p:spPr>
          <a:xfrm>
            <a:off x="3775587" y="6223819"/>
            <a:ext cx="46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4: Data Flow Diagram Level-2</a:t>
            </a:r>
          </a:p>
        </p:txBody>
      </p:sp>
    </p:spTree>
    <p:extLst>
      <p:ext uri="{BB962C8B-B14F-4D97-AF65-F5344CB8AC3E}">
        <p14:creationId xmlns:p14="http://schemas.microsoft.com/office/powerpoint/2010/main" val="2676589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389D-7577-FD7A-50CE-96499621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69260"/>
            <a:ext cx="9404723" cy="85497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CCF0-1B71-EB01-9E78-1C808BD0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66916"/>
            <a:ext cx="9249228" cy="5909187"/>
          </a:xfrm>
        </p:spPr>
        <p:txBody>
          <a:bodyPr/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A7CDE-3BD4-9016-6A77-3F65516E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C5A75-00AC-0DBC-C5AB-1EFA32529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10446"/>
            <a:ext cx="9133340" cy="4470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D7887-E3DD-A508-321F-28C813CFF13A}"/>
              </a:ext>
            </a:extLst>
          </p:cNvPr>
          <p:cNvSpPr txBox="1"/>
          <p:nvPr/>
        </p:nvSpPr>
        <p:spPr>
          <a:xfrm>
            <a:off x="3480619" y="5968181"/>
            <a:ext cx="497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5: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3312512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0D08-A3D7-4D41-8CCA-1E017AB2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695" y="389418"/>
            <a:ext cx="8911687" cy="128089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BCA8D-FCA5-F6F3-E065-3213DD1E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74" y="1189704"/>
            <a:ext cx="9506966" cy="5506064"/>
          </a:xfrm>
        </p:spPr>
        <p:txBody>
          <a:bodyPr/>
          <a:lstStyle/>
          <a:p>
            <a:r>
              <a:rPr lang="en-IN" dirty="0"/>
              <a:t>Frontend Home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82C69-D64C-B372-8889-237B73C2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A1DAA-C47C-FD3F-2146-A76C4C2BA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3" y="1573376"/>
            <a:ext cx="9074347" cy="409492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72170E-1FAE-8217-26EE-0BF69942EA20}"/>
              </a:ext>
            </a:extLst>
          </p:cNvPr>
          <p:cNvCxnSpPr/>
          <p:nvPr/>
        </p:nvCxnSpPr>
        <p:spPr>
          <a:xfrm flipH="1" flipV="1">
            <a:off x="6459794" y="2615381"/>
            <a:ext cx="599767" cy="442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7A263C-7DAD-FD0F-C6CB-CF7E3471CF70}"/>
              </a:ext>
            </a:extLst>
          </p:cNvPr>
          <p:cNvCxnSpPr/>
          <p:nvPr/>
        </p:nvCxnSpPr>
        <p:spPr>
          <a:xfrm flipH="1" flipV="1">
            <a:off x="6459794" y="3795252"/>
            <a:ext cx="599767" cy="42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E0F469-E3F7-C6BC-76CC-DB02DD1907D6}"/>
              </a:ext>
            </a:extLst>
          </p:cNvPr>
          <p:cNvCxnSpPr/>
          <p:nvPr/>
        </p:nvCxnSpPr>
        <p:spPr>
          <a:xfrm flipH="1">
            <a:off x="6617110" y="5004753"/>
            <a:ext cx="4424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5BD993-29EA-D4B8-987A-6988E010AA7E}"/>
              </a:ext>
            </a:extLst>
          </p:cNvPr>
          <p:cNvSpPr txBox="1"/>
          <p:nvPr/>
        </p:nvSpPr>
        <p:spPr>
          <a:xfrm>
            <a:off x="5240595" y="2615381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</a:rPr>
              <a:t>Resume Uploading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F0587-3FE9-7A3E-6DA4-1A6E176DBA31}"/>
              </a:ext>
            </a:extLst>
          </p:cNvPr>
          <p:cNvSpPr txBox="1"/>
          <p:nvPr/>
        </p:nvSpPr>
        <p:spPr>
          <a:xfrm>
            <a:off x="5240595" y="3498003"/>
            <a:ext cx="1533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Job</a:t>
            </a:r>
          </a:p>
          <a:p>
            <a:r>
              <a:rPr lang="en-IN" sz="1600" dirty="0"/>
              <a:t>Description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ABB1F-412D-9C5E-FAA5-CD83A55CE127}"/>
              </a:ext>
            </a:extLst>
          </p:cNvPr>
          <p:cNvSpPr txBox="1"/>
          <p:nvPr/>
        </p:nvSpPr>
        <p:spPr>
          <a:xfrm>
            <a:off x="5525729" y="4827261"/>
            <a:ext cx="1533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</a:rPr>
              <a:t>Difficulty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05664-0057-19D5-72FE-277B99A32063}"/>
              </a:ext>
            </a:extLst>
          </p:cNvPr>
          <p:cNvSpPr txBox="1"/>
          <p:nvPr/>
        </p:nvSpPr>
        <p:spPr>
          <a:xfrm>
            <a:off x="3923070" y="5840361"/>
            <a:ext cx="5053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6: Home Page Interface Screenshot</a:t>
            </a:r>
          </a:p>
        </p:txBody>
      </p:sp>
    </p:spTree>
    <p:extLst>
      <p:ext uri="{BB962C8B-B14F-4D97-AF65-F5344CB8AC3E}">
        <p14:creationId xmlns:p14="http://schemas.microsoft.com/office/powerpoint/2010/main" val="2188199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208B-3556-4186-7688-773056CB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98611"/>
            <a:ext cx="9404723" cy="86480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D3F09-4699-A058-E9A0-52F641D5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973394"/>
            <a:ext cx="8946541" cy="5275005"/>
          </a:xfrm>
        </p:spPr>
        <p:txBody>
          <a:bodyPr/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Panel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D9CBC-F85D-A1FB-53E9-CA0A8316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938C4-CCF6-AC7C-CE74-62ECE4513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44" y="1384384"/>
            <a:ext cx="8673337" cy="4583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8FDB58-299B-9AE7-3497-7348DCE2A825}"/>
              </a:ext>
            </a:extLst>
          </p:cNvPr>
          <p:cNvSpPr txBox="1"/>
          <p:nvPr/>
        </p:nvSpPr>
        <p:spPr>
          <a:xfrm>
            <a:off x="2629486" y="1730478"/>
            <a:ext cx="119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Avatar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F4583-49F7-6D61-AF69-178F1CC8ECE9}"/>
              </a:ext>
            </a:extLst>
          </p:cNvPr>
          <p:cNvSpPr txBox="1"/>
          <p:nvPr/>
        </p:nvSpPr>
        <p:spPr>
          <a:xfrm>
            <a:off x="6096000" y="1739877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User Live Feed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23BEB-C439-BCB8-98D5-BF51B057E313}"/>
              </a:ext>
            </a:extLst>
          </p:cNvPr>
          <p:cNvSpPr txBox="1"/>
          <p:nvPr/>
        </p:nvSpPr>
        <p:spPr>
          <a:xfrm>
            <a:off x="7000567" y="4365523"/>
            <a:ext cx="1897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Evaluation call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3A74A-A547-B703-42C0-3712C6205EA9}"/>
              </a:ext>
            </a:extLst>
          </p:cNvPr>
          <p:cNvSpPr txBox="1"/>
          <p:nvPr/>
        </p:nvSpPr>
        <p:spPr>
          <a:xfrm>
            <a:off x="2035276" y="4475203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Interview Conversation Chat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2F060-F36A-A850-F408-099D3D32A6F0}"/>
              </a:ext>
            </a:extLst>
          </p:cNvPr>
          <p:cNvSpPr txBox="1"/>
          <p:nvPr/>
        </p:nvSpPr>
        <p:spPr>
          <a:xfrm>
            <a:off x="3913239" y="6145161"/>
            <a:ext cx="451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7: Interview Panel Screenshot</a:t>
            </a:r>
          </a:p>
        </p:txBody>
      </p:sp>
    </p:spTree>
    <p:extLst>
      <p:ext uri="{BB962C8B-B14F-4D97-AF65-F5344CB8AC3E}">
        <p14:creationId xmlns:p14="http://schemas.microsoft.com/office/powerpoint/2010/main" val="3673698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0A67-5F9B-E058-25B9-6BA15FE8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4301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FBEC-2AB1-6301-9FF6-08ED29B8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47019"/>
            <a:ext cx="10441596" cy="49013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Report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F81FF-DF09-892E-4836-D597D4F2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18</a:t>
            </a:fld>
            <a:endParaRPr lang="en-IN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D7758015-9A25-6C7E-6723-8D4EAD9D2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48" y="2147426"/>
            <a:ext cx="4669610" cy="3363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8BBE5-79D7-629C-CD70-F9CC743AB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61" y="2115932"/>
            <a:ext cx="4702946" cy="33635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308BCD-1288-5802-84B9-3A3C34660B2B}"/>
              </a:ext>
            </a:extLst>
          </p:cNvPr>
          <p:cNvSpPr txBox="1"/>
          <p:nvPr/>
        </p:nvSpPr>
        <p:spPr>
          <a:xfrm>
            <a:off x="3883742" y="5673213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4: Interview Evaluation report Screenshot</a:t>
            </a:r>
          </a:p>
        </p:txBody>
      </p:sp>
    </p:spTree>
    <p:extLst>
      <p:ext uri="{BB962C8B-B14F-4D97-AF65-F5344CB8AC3E}">
        <p14:creationId xmlns:p14="http://schemas.microsoft.com/office/powerpoint/2010/main" val="66384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FCD5-A866-74F0-3500-27E4E733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BA21D-1E9E-9004-D3DD-C166EC4A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681" y="1733551"/>
            <a:ext cx="9021153" cy="38576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Mock Interview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avatars, AI-driven questions, and speech recognition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realistic interview experience.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Web Speech API, Llama 3-70B, Edge TTS,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Mixamo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animations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enhances preparation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and personalized 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system improves candidate confidence and adaptability, paving the way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AI-driven advancements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interview training.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E47EA-DA02-5B89-43DB-5A3C2614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93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EC134-D8E8-B37A-0412-2914AA82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47169"/>
            <a:ext cx="9404723" cy="86480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8B787-D581-065B-B45E-7EAD9A8F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87680"/>
            <a:ext cx="9249228" cy="5423151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 Recognition Integration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facial emotion analysis to assess candidate confidence, anxiety, or hesitation levels for deeper performance evaluation.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to support regional and global languages, allowing users to practice interviews in their native or target job market language.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Feedback System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feedback analytics using sentiment analysis and scoring mechanisms tailored to industry-specific job roles.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Deployment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a mobile version to increase accessibility and allow candidates to practice on-the-go with the same immersive experience.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Facial Expression Animation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 avatar expressions and gestures with user emotions to create an even more human-like interaction.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7805-162D-36BA-D0A5-87DB022C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93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74AF-6EBA-9D85-10E7-C1CFB723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698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E752-FE8A-5BE5-2515-CF8AA796C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92" y="1540189"/>
            <a:ext cx="8915400" cy="377762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EZInterviewer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Improve Job Interview Performance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MockInterview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Generator: </a:t>
            </a:r>
            <a:r>
              <a:rPr lang="nl-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arXiv:2301.00972v1 [cs.CL] 3 Jan 2023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an AI-Driven Talking Avatar in Virtual Reality for Investigative Interviews of Children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432A1-03C7-A3E0-7CCD-D20F6A57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3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45EC-B774-F439-2BF6-7384ECCA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95" y="3031326"/>
            <a:ext cx="9404723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96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F956-2D87-78D5-8DB1-5CBA08AE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014BB-16D3-41A5-BB3B-37B1706C897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268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3130</TotalTime>
  <Words>1228</Words>
  <Application>Microsoft Office PowerPoint</Application>
  <PresentationFormat>Widescreen</PresentationFormat>
  <Paragraphs>163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Avatar-Based  AI  Mock Interview System </vt:lpstr>
      <vt:lpstr>PowerPoint Presentation</vt:lpstr>
      <vt:lpstr>CONTENTS</vt:lpstr>
      <vt:lpstr>Introduction</vt:lpstr>
      <vt:lpstr>Abstract</vt:lpstr>
      <vt:lpstr>Problem Statement</vt:lpstr>
      <vt:lpstr>Existing System</vt:lpstr>
      <vt:lpstr>Proposed System</vt:lpstr>
      <vt:lpstr>System Architecture</vt:lpstr>
      <vt:lpstr>Frontend</vt:lpstr>
      <vt:lpstr>Backend</vt:lpstr>
      <vt:lpstr>System Requirements</vt:lpstr>
      <vt:lpstr>UML Diagrams</vt:lpstr>
      <vt:lpstr>UML Diagrams</vt:lpstr>
      <vt:lpstr>UML Diagrams</vt:lpstr>
      <vt:lpstr>Output</vt:lpstr>
      <vt:lpstr>Output</vt:lpstr>
      <vt:lpstr>Output</vt:lpstr>
      <vt:lpstr>Conclusion</vt:lpstr>
      <vt:lpstr>Future Enhancement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Kakarla Mahendra Kumar reddy</dc:creator>
  <cp:lastModifiedBy>Kakarla Mahendra Kumar reddy</cp:lastModifiedBy>
  <cp:revision>24</cp:revision>
  <dcterms:created xsi:type="dcterms:W3CDTF">2025-01-27T08:15:01Z</dcterms:created>
  <dcterms:modified xsi:type="dcterms:W3CDTF">2025-04-11T06:33:21Z</dcterms:modified>
</cp:coreProperties>
</file>